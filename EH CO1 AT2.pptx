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Times New Roman Bold" charset="1" panose="02020803070505020304"/>
      <p:regular r:id="rId29"/>
    </p:embeddedFont>
    <p:embeddedFont>
      <p:font typeface="Times New Roman" charset="1" panose="02020603050405020304"/>
      <p:regular r:id="rId30"/>
    </p:embeddedFont>
    <p:embeddedFont>
      <p:font typeface="Calibri (MS) Bold" charset="1" panose="020F0702030404030204"/>
      <p:regular r:id="rId31"/>
    </p:embeddedFont>
    <p:embeddedFont>
      <p:font typeface="Calibri (MS)" charset="1" panose="020F050202020403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482889" y="4864579"/>
            <a:ext cx="19253778" cy="148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ITA 1406-ETHICAL HACKING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9556" y="6214043"/>
            <a:ext cx="4868523" cy="2149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F33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Under the  Supervision:</a:t>
            </a:r>
          </a:p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  A Ezhil Grace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55135" y="6311132"/>
            <a:ext cx="7604274" cy="287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3240" b="true">
                <a:solidFill>
                  <a:srgbClr val="7030A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</a:t>
            </a:r>
          </a:p>
          <a:p>
            <a:pPr algn="just">
              <a:lnSpc>
                <a:spcPts val="3499"/>
              </a:lnSpc>
            </a:pPr>
            <a:r>
              <a:rPr lang="en-US" sz="3240" b="true">
                <a:solidFill>
                  <a:srgbClr val="7030A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Atchaya Chandran R(192521394)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3139" y="2569816"/>
            <a:ext cx="15301712" cy="173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MGM(Metro-Goldwyn-Mayer) Resorts Cyberattack (2023)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35151" y="249212"/>
            <a:ext cx="16017688" cy="2193579"/>
            <a:chOff x="0" y="0"/>
            <a:chExt cx="21356917" cy="29247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56955" cy="2924810"/>
            </a:xfrm>
            <a:custGeom>
              <a:avLst/>
              <a:gdLst/>
              <a:ahLst/>
              <a:cxnLst/>
              <a:rect r="r" b="b" t="t" l="l"/>
              <a:pathLst>
                <a:path h="2924810" w="21356955">
                  <a:moveTo>
                    <a:pt x="0" y="0"/>
                  </a:moveTo>
                  <a:lnTo>
                    <a:pt x="21356955" y="0"/>
                  </a:lnTo>
                  <a:lnTo>
                    <a:pt x="21356955" y="2924810"/>
                  </a:lnTo>
                  <a:lnTo>
                    <a:pt x="0" y="2924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441" t="0" r="-16276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3149" y="508854"/>
            <a:ext cx="17259729" cy="122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the MGM Resorts Cyberattack Happened (2023)</a:t>
            </a:r>
          </a:p>
          <a:p>
            <a:pPr algn="l">
              <a:lnSpc>
                <a:spcPts val="57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594590" y="1801511"/>
            <a:ext cx="15098811" cy="653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Social Engineering Attack: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Attackers used 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social engineering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pretending to be an MGM employee and contacted the IT help desk. </a:t>
            </a:r>
          </a:p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Impersonation: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They gathered employee information from public sources (such as LinkedIn) and convinced the help desk to reset login credentials. </a:t>
            </a:r>
          </a:p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Unauthorized Access: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After obtaining the credentials, the attackers gained access to MGM's internal network.</a:t>
            </a:r>
          </a:p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Ransomware Deployment: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attackers attempted to deploy ransomware, which disrupted several IT systems.</a:t>
            </a:r>
          </a:p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Service Disruptions: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stop the attack from spreading, MGM shut down many of its computer systems.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4928" y="612372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of the Cyberattack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71999" y="2041284"/>
            <a:ext cx="14145597" cy="7000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 Disruption: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Hotel check-in/check-out, digital room keys, slot machines, and ATMs stopped working.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Customer Impact: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Online booking and payment services were disrupted, and some customer data was exposed.</a:t>
            </a:r>
          </a:p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Financial Loss: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MGM Resorts suffered an estimated 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$100 million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loss due to the attack. </a:t>
            </a:r>
          </a:p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Reputation Damage: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incident reduced customer trust and affected the company's reputation.</a:t>
            </a:r>
          </a:p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Business Lessons: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attack highlighted the need for stronger cybersecurity and employee awareness. </a:t>
            </a:r>
          </a:p>
          <a:p>
            <a:pPr algn="l" marL="542925" indent="-271462" lvl="1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612372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Response and Recovery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65293" y="1859737"/>
            <a:ext cx="13757405" cy="653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Shutdown: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MGM temporarily shut down affected IT systems to stop the attack from spreading. </a:t>
            </a:r>
          </a:p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Cybersecurity Response: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Security experts investigated the incident and removed the attackers from the network. </a:t>
            </a:r>
          </a:p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Service Restoration: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Hotel, casino, booking, and payment systems were gradually restored. </a:t>
            </a:r>
          </a:p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Customer Support: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MGM informed affected customers and offered assistance where required.</a:t>
            </a:r>
          </a:p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 Improvements: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company strengthened cybersecurity measures, monitoring, and employee training to prevent future attacks.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612372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Lessons Learned &amp; 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2378" y="1859737"/>
            <a:ext cx="14223235" cy="653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Employee Awareness: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Train employees to recognize phishing and social engineering attacks.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Strong Authentication: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Multi-Factor Authentication (MFA) to protect user accounts.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Regular Security Updates: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Keep systems updated and continuously monitor for threats. </a:t>
            </a:r>
          </a:p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Backup &amp; Recovery: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Maintain secure data backups and an effective incident response plan. </a:t>
            </a:r>
          </a:p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MGM Resorts Cyberattack (2023) showed that strong cybersecurity practices and employee awareness are essential to protect organizations from modern cyber threats.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5187" y="2873588"/>
            <a:ext cx="15137635" cy="232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0"/>
              </a:lnSpc>
            </a:pPr>
            <a:r>
              <a:rPr lang="en-US" sz="14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HACKER ONE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612372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Organization Name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2378" y="1813579"/>
            <a:ext cx="14223235" cy="663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Basecamp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platform that supports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bug bounty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responsible vulnerability disclosure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programs.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allows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 researchers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report security vulnerabilities directly to organizations.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helps organizations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identify, verify, and fix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security issues before they can be exploited.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case, Basecamp was used to report and manage the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Stored XSS vulnerability in Trix Editor v2.1.16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 marL="651510" indent="-325755" lvl="1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612372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Vulnerability Title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2378" y="2044408"/>
            <a:ext cx="14223235" cy="616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vulnerability is a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Stored Cross-Site Scripting (Stored XSS)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issue found in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Trix Editor version 2.1.16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occurred due to a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sanitizer bypass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user input was not properly sanitized during the serialization process.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flaw allowed an attacker to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inject and store malicious JavaScript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application.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malicious script would execute automatically whenever another user viewed the affected content.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612372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Vulnerability Category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2378" y="2044408"/>
            <a:ext cx="14223235" cy="616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Stored XSS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type of Cross-Site Scripting vulnerability where malicious JavaScript is permanently stored on the server.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case, the vulnerability was caused by a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sanitizer bypass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Trix Editor version 2.1.16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application failed to properly sanitize serialized attributes, allowing attackers to inject malicious scripts.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other users viewed the affected content, the stored JavaScript executed automatically in their browsers.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612372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Brief Description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2378" y="2044408"/>
            <a:ext cx="14223235" cy="616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Stored Cross-Site Scripting (Stored XSS)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vulnerability was discovered in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Trix Editor version 2.1.16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issue occurred because the editor's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sanitizer failed to properly filter certain serialized attributes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allowing a sanitizer bypass.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attacker could inject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malicious JavaScript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stored content, which remained on the server.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Whenever another user viewed the affected content, the malicious script would execute automatically in their browser.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612372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Was the Security Impact?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42931" y="2471414"/>
            <a:ext cx="14223235" cy="607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vulnerability allowed attackers to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store malicious JavaScript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application.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script would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automatically execute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another user viewed the affected content.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Attackers could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steal session cookies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hijack user accounts.</a:t>
            </a:r>
          </a:p>
          <a:p>
            <a:pPr algn="l" marL="651510" indent="-325755" lvl="1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could lead to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unauthorized actions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such as changing user data or performing actions on behalf of the victim.</a:t>
            </a:r>
          </a:p>
          <a:p>
            <a:pPr algn="l" marL="651510" indent="-325755" lvl="1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612372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Disclosure Process Followed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2378" y="2598401"/>
            <a:ext cx="14223235" cy="506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security researcher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privately reported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vulnerability through the Basecamp bug bounty platform.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organization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reviewed and verified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reported issue.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developers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investigated the vulnerability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identified its root cause.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 patch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was developed and applied to fix the issue.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612372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Was Responsible Disclosure Followed?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2378" y="2598401"/>
            <a:ext cx="14223235" cy="616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vulnerability was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reported privately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the organization before being made public.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developers were given sufficient time to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verify and fix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security issue.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 patch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was released before the vulnerability details were publicly disclosed.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approach helped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protect users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potential attacks while the issue was being resolved.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612372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Could Full Disclosure Have Been Dangerous?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2378" y="2598401"/>
            <a:ext cx="14223235" cy="663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Publicly revealing the vulnerability before a fix was available could have allowed attackers to exploit it.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Attackers could inject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malicious JavaScript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vulnerable applications using Trix Editor.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could lead to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session hijacking, data theft, and unauthorized access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user accounts.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users and websites could have been affected before they had a chance to apply the security update.</a:t>
            </a:r>
          </a:p>
          <a:p>
            <a:pPr algn="l" marL="651510" indent="-325755" lvl="1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612372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Could Full Disclosure Have Been Dangerous?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2378" y="2598401"/>
            <a:ext cx="14223235" cy="663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Publicly revealing the vulnerability before a fix was available could have allowed attackers to exploit it.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Attackers could inject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malicious JavaScript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vulnerable applications using Trix Editor.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could lead to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session hijacking, data theft, and unauthorized access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user accounts.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users and websites could have been affected before they had a chance to apply the security update.</a:t>
            </a:r>
          </a:p>
          <a:p>
            <a:pPr algn="l" marL="651510" indent="-325755" lvl="1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590159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Lessons Learned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2378" y="2006308"/>
            <a:ext cx="14223235" cy="620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Proper input validation and sanitization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should be applied to all user-generated content.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Developers should </a:t>
            </a:r>
            <a:r>
              <a:rPr lang="en-US" b="true" sz="3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regularly update and test security libraries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to prevent sanitizer bypass vulnerabilities.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Security testing and code reviews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help identify vulnerabilities before software is released.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Following </a:t>
            </a:r>
            <a:r>
              <a:rPr lang="en-US" b="true" sz="3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responsible disclosure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allows vulnerabilities to be fixed before public disclosure, reducing security risks.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590159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2378" y="2044408"/>
            <a:ext cx="14223235" cy="616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Stored XSS vulnerability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Trix Editor version 2.1.16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highlighted the importance of secure input sanitization and validation.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issue was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reported responsibly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verified by the organization, and successfully fixed before public disclosure.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case demonstrates how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responsible disclosure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helps protect users and reduces the risk of exploitation.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 testing, timely patching, and secure coding practices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essential for preventing similar vulnerabilities.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32987" y="3341103"/>
            <a:ext cx="14568287" cy="175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CVE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590159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 to CVE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7734" y="1927946"/>
            <a:ext cx="16431597" cy="6723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Common Vulnerabilities and Exposures (CVE)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global system used to identify and catalog publicly disclosed cybersecurity vulnerabilities.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maintained by the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MITRE Corporation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supported by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CISA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provide a standard way of naming security vulnerabilities.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confirmed vulnerability is assigned a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unique CVE ID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making it easier for security researchers, organizations, and software vendors to identify and track the same issue.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CVE record typically contains a brief description of the vulnerability along with references to related security advisories and technical information.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590159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Vulnerability Description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7734" y="1927946"/>
            <a:ext cx="16431597" cy="727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identified vulnerability is a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Stored Cross-Site Scripting (Stored XSS)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issue, where malicious JavaScript code can be permanently stored on the web application's server through user input fields.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another user accesses the affected page, the stored script is automatically executed in their browser.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occurs because the application fails to properly validate, sanitize, or encode user-supplied input before displaying it.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 exploitation may allow attackers to steal session cookies, hijack user accounts, perform unauthorized actions, display misleading content, or conduct phishing attacks.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590159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Disclosure Timeline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6607" y="2277323"/>
            <a:ext cx="16780974" cy="616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Vulnerability Discovery: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Stored XSS vulnerability was identified during security testing of the web application.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Verification: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Proof of Concept (PoC) was created and tested to confirm that the vulnerability could be successfully exploited.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Responsible Disclosure: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vulnerability report, including technical details, affected components, and the PoC, was privately submitted to the organization's security team.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Acknowledgement and Validation: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organization acknowledged the report and verified the existence of the vulnerability through internal testing.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590159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6607" y="2277323"/>
            <a:ext cx="16780974" cy="616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vulnerability occurred because the web application did not properly validate or sanitize user input before storing and displaying it, allowing malicious JavaScript code to be executed.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the malicious script was stored on the server, it executed automatically whenever users visited the affected page, making it a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Stored Cross-Site Scripting (Stored XSS)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vulnerability.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Although the vulnerability was classified as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Low Severity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it could still lead to risks such as session hijacking, phishing attacks, unauthorized actions, and website defacement if exploited.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131" y="590159"/>
            <a:ext cx="1725972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Responsible Disclosure Evaluation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6607" y="2277323"/>
            <a:ext cx="16780974" cy="6723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vulnerability was reported privately to the organization through the appropriate security disclosure channel before any public announcement.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detailed report, including the vulnerability description, proof of concept (PoC), affected component, and potential impact, was provided to help the organization verify the issue.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organization was given sufficient time to investigate and implement a fix before any information was publicly disclosed. </a:t>
            </a:r>
          </a:p>
          <a:p>
            <a:pPr algn="l" marL="651510" indent="-325755" lvl="1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exploit details or sensitive technical information were shared publicly during the remediation period, reducing the risk of misuse by attackers.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DAHRBFdtVQw</dc:identifier>
  <dcterms:modified xsi:type="dcterms:W3CDTF">2011-08-01T06:04:30Z</dcterms:modified>
  <cp:revision>1</cp:revision>
  <dc:title>CO1 AT2.pptx</dc:title>
</cp:coreProperties>
</file>