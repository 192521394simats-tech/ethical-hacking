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 Bold" charset="1" panose="02020803070505020304"/>
      <p:regular r:id="rId20"/>
    </p:embeddedFont>
    <p:embeddedFont>
      <p:font typeface="Times New Roman" charset="1" panose="02020603050405020304"/>
      <p:regular r:id="rId21"/>
    </p:embeddedFont>
    <p:embeddedFont>
      <p:font typeface="TT Phobos Bold" charset="1" panose="02000803060000020004"/>
      <p:regular r:id="rId22"/>
    </p:embeddedFont>
    <p:embeddedFont>
      <p:font typeface="TT Phobos" charset="1" panose="02000503050000020004"/>
      <p:regular r:id="rId23"/>
    </p:embeddedFont>
    <p:embeddedFont>
      <p:font typeface="Calibri (MS)" charset="1" panose="020F0502020204030204"/>
      <p:regular r:id="rId24"/>
    </p:embeddedFont>
    <p:embeddedFont>
      <p:font typeface="Calibri (MS) Italics" charset="1" panose="020F05020202040A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ieeexplore.ieee.org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4633" y="25718"/>
            <a:ext cx="17675666" cy="1920640"/>
            <a:chOff x="0" y="0"/>
            <a:chExt cx="23567555" cy="2560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67517" cy="2560828"/>
            </a:xfrm>
            <a:custGeom>
              <a:avLst/>
              <a:gdLst/>
              <a:ahLst/>
              <a:cxnLst/>
              <a:rect r="r" b="b" t="t" l="l"/>
              <a:pathLst>
                <a:path h="2560828" w="23567517">
                  <a:moveTo>
                    <a:pt x="0" y="0"/>
                  </a:moveTo>
                  <a:lnTo>
                    <a:pt x="23567517" y="0"/>
                  </a:lnTo>
                  <a:lnTo>
                    <a:pt x="23567517" y="2560828"/>
                  </a:lnTo>
                  <a:lnTo>
                    <a:pt x="0" y="2560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954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56983" y="2645550"/>
            <a:ext cx="12530966" cy="173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Multi-Cloud Security Posture Management System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99296" y="4841567"/>
            <a:ext cx="1308939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ITA1406-Ethical Hacking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7833" y="7063102"/>
            <a:ext cx="5824195" cy="878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Guided By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Dr A Ezhil Grace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89920" y="7063102"/>
            <a:ext cx="6978939" cy="212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21">
                <a:solidFill>
                  <a:srgbClr val="000000"/>
                </a:solidFill>
                <a:latin typeface="TT Phobos Bold"/>
                <a:ea typeface="TT Phobos Bold"/>
                <a:cs typeface="TT Phobos Bold"/>
                <a:sym typeface="TT Phobos Bold"/>
              </a:rPr>
              <a:t>Presented By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Atchaya Chandran R-192521394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Hariharan B-192511394</a:t>
            </a:r>
          </a:p>
          <a:p>
            <a:pPr algn="l">
              <a:lnSpc>
                <a:spcPts val="3240"/>
              </a:lnSpc>
            </a:pPr>
            <a:r>
              <a:rPr lang="en-US" sz="2700" spc="21">
                <a:solidFill>
                  <a:srgbClr val="000000"/>
                </a:solidFill>
                <a:latin typeface="TT Phobos"/>
                <a:ea typeface="TT Phobos"/>
                <a:cs typeface="TT Phobos"/>
                <a:sym typeface="TT Phobos"/>
              </a:rPr>
              <a:t>Mukesh V-192524359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2047113"/>
            <a:ext cx="15028164" cy="700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Multi-Cloud Security Posture Management System (MCSPM)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monitors and manages the security of multiple cloud platforms from a single dashboard.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 </a:t>
            </a: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Artificial Intelligence (AI)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detect security risks, misconfigurations, and compliance issues in real time.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centralized visibility, automated alerts, and quick remediation to improve cloud security.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helps organizations reduce cyber threats, maintain compliance, and ensure secure and efficient cloud operations.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improves overall cloud security by providing intelligent threat detection, automated risk assessment, and continuous compliance monitoring.</a:t>
            </a:r>
          </a:p>
          <a:p>
            <a:pPr algn="just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2108968"/>
            <a:ext cx="15028164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Lack of Centralized Visibility: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Managing security across multiple cloud platforms is difficult due to the absence of a unified monitoring system.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Misconfigurations: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Incorrect cloud configurations can expose sensitive data and increase the risk of cyberattacks.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Compliance Challenges: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Ensuring compliance with security standards and regulations across different cloud providers is complex.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Delayed Threat Detection: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Traditional security tools often fail to detect vulnerabilities and security threats in real time.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Manual Security Management: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Manual monitoring and remediation are time-consuming, error-prone, and inefficient in large multi-cloud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1951101"/>
            <a:ext cx="15028164" cy="7923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discover and maintain an inventory of cloud assets across multiple cloud platforms, ensuring complete visibility of cloud resources.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identify security vulnerabilities, misconfigurations, and assess the overall security posture of cloud environments.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detect cyber threats using intelligent analytics and AI-based techniques for early threat identification.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analyze, prioritize, and evaluate security risks based on their severity, likelihood, and potential business impact.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automate security incident response and remediation processes, reducing response time and minimizing security risks.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continuously monitor compliance with organizational policies and industry security standards while generating real-time alerts and reports.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7400" y="460248"/>
            <a:ext cx="9624060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Block Diagram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769364"/>
            <a:ext cx="18288000" cy="8517636"/>
            <a:chOff x="0" y="0"/>
            <a:chExt cx="24384000" cy="11356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1356848"/>
            </a:xfrm>
            <a:custGeom>
              <a:avLst/>
              <a:gdLst/>
              <a:ahLst/>
              <a:cxnLst/>
              <a:rect r="r" b="b" t="t" l="l"/>
              <a:pathLst>
                <a:path h="1135684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356848"/>
                  </a:lnTo>
                  <a:lnTo>
                    <a:pt x="0" y="11356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569" r="0" b="-2156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30168" y="126873"/>
            <a:ext cx="11818620" cy="173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 – Multi-Cloud Asset Discovery &amp; Security Assessment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582" y="2192741"/>
            <a:ext cx="8278178" cy="796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Multi-Cloud Asset Discovery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Automatically discovers and inventories resources across AWS, Azure, and Google Cloud.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Cloud Configuration Assessment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Analyses cloud configurations to identify security misconfigurations and policy violations.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Vulnerability Identification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Detects vulnerabilities and security weaknesses that may expose cloud resources to cyber threats.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Posture Evaluation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Assesses the overall security posture of cloud environments and prioritizes risks.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Centralized Asset Visibility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Provides a unified view of all cloud assets, enabling efficient monitoring and security management.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86825" y="2209600"/>
            <a:ext cx="9401175" cy="7989437"/>
            <a:chOff x="0" y="0"/>
            <a:chExt cx="12534900" cy="106525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34900" cy="10652633"/>
            </a:xfrm>
            <a:custGeom>
              <a:avLst/>
              <a:gdLst/>
              <a:ahLst/>
              <a:cxnLst/>
              <a:rect r="r" b="b" t="t" l="l"/>
              <a:pathLst>
                <a:path h="10652633" w="12534900">
                  <a:moveTo>
                    <a:pt x="0" y="0"/>
                  </a:moveTo>
                  <a:lnTo>
                    <a:pt x="12534900" y="0"/>
                  </a:lnTo>
                  <a:lnTo>
                    <a:pt x="12534900" y="10652633"/>
                  </a:lnTo>
                  <a:lnTo>
                    <a:pt x="0" y="10652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009" t="0" r="-17009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89576" y="17145"/>
            <a:ext cx="9800844" cy="173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 – Intelligent Threat Detection &amp; Risk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" y="1780994"/>
            <a:ext cx="7315010" cy="796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AI-Based Threat Detection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Uses Artificial Intelligence and Machine Learning to identify cyber threats and suspicious activities.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Anomaly Detection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Detects unusual user behaviour, network traffic, and cloud activities that may indicate security attacks.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Assessment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Analyses identified threats, evaluates their severity, and assigns risk scores for prioritization.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Threat Intelligence Analysis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Correlates threat data with known attack patterns to improve detection accuracy.</a:t>
            </a:r>
          </a:p>
          <a:p>
            <a:pPr algn="just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Security Alerts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Generates instant alerts and recommendations to enable quick response to potential security incidents.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43812" y="1800492"/>
            <a:ext cx="10566606" cy="7986798"/>
            <a:chOff x="0" y="0"/>
            <a:chExt cx="14088808" cy="10649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088872" cy="10649077"/>
            </a:xfrm>
            <a:custGeom>
              <a:avLst/>
              <a:gdLst/>
              <a:ahLst/>
              <a:cxnLst/>
              <a:rect r="r" b="b" t="t" l="l"/>
              <a:pathLst>
                <a:path h="10649077" w="14088872">
                  <a:moveTo>
                    <a:pt x="0" y="0"/>
                  </a:moveTo>
                  <a:lnTo>
                    <a:pt x="14088872" y="0"/>
                  </a:lnTo>
                  <a:lnTo>
                    <a:pt x="14088872" y="10649077"/>
                  </a:lnTo>
                  <a:lnTo>
                    <a:pt x="0" y="10649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26" t="0" r="-10325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1680" y="95145"/>
            <a:ext cx="15096744" cy="193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 – Automated Security Response &amp; Compliance Monitoring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" y="2099358"/>
            <a:ext cx="8468678" cy="7960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Security Response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Automatically responds to detected threats by initiating predefined security actions.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Compliance Monitoring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Continuously monitors cloud environments to ensure compliance with security standards and regulations.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Policy Enforcement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Enforces organizational security policies consistently across all multi-cloud platforms.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Remediation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Corrects security misconfigurations and vulnerabilities automatically to reduce risks. </a:t>
            </a:r>
          </a:p>
          <a:p>
            <a:pPr algn="just" marL="488632" indent="-244316" lvl="1">
              <a:lnSpc>
                <a:spcPts val="3240"/>
              </a:lnSpc>
            </a:pPr>
          </a:p>
          <a:p>
            <a:pPr algn="just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Reporting &amp; Alerts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Generates instant security alerts, compliance reports, and audit logs for effective monitoring and decision-making.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29688" y="2072688"/>
            <a:ext cx="9186862" cy="7885700"/>
            <a:chOff x="0" y="0"/>
            <a:chExt cx="12249150" cy="105142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49150" cy="10514330"/>
            </a:xfrm>
            <a:custGeom>
              <a:avLst/>
              <a:gdLst/>
              <a:ahLst/>
              <a:cxnLst/>
              <a:rect r="r" b="b" t="t" l="l"/>
              <a:pathLst>
                <a:path h="10514330" w="12249150">
                  <a:moveTo>
                    <a:pt x="0" y="0"/>
                  </a:moveTo>
                  <a:lnTo>
                    <a:pt x="12249150" y="0"/>
                  </a:lnTo>
                  <a:lnTo>
                    <a:pt x="12249150" y="10514330"/>
                  </a:lnTo>
                  <a:lnTo>
                    <a:pt x="0" y="10514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729" t="0" r="-18729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97880" y="360626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Interface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1529296"/>
            <a:ext cx="18288000" cy="8757704"/>
            <a:chOff x="0" y="0"/>
            <a:chExt cx="24384000" cy="116769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1676888"/>
            </a:xfrm>
            <a:custGeom>
              <a:avLst/>
              <a:gdLst/>
              <a:ahLst/>
              <a:cxnLst/>
              <a:rect r="r" b="b" t="t" l="l"/>
              <a:pathLst>
                <a:path h="116768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676888"/>
                  </a:lnTo>
                  <a:lnTo>
                    <a:pt x="0" y="11676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467" r="0" b="-446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1280" y="17526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37053" y="1229468"/>
            <a:ext cx="10527944" cy="2091871"/>
            <a:chOff x="0" y="0"/>
            <a:chExt cx="14037259" cy="2789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37311" cy="2789174"/>
            </a:xfrm>
            <a:custGeom>
              <a:avLst/>
              <a:gdLst/>
              <a:ahLst/>
              <a:cxnLst/>
              <a:rect r="r" b="b" t="t" l="l"/>
              <a:pathLst>
                <a:path h="2789174" w="14037311">
                  <a:moveTo>
                    <a:pt x="0" y="0"/>
                  </a:moveTo>
                  <a:lnTo>
                    <a:pt x="14037311" y="0"/>
                  </a:lnTo>
                  <a:lnTo>
                    <a:pt x="14037311" y="2789174"/>
                  </a:lnTo>
                  <a:lnTo>
                    <a:pt x="0" y="2789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27234" y="3580524"/>
            <a:ext cx="17112139" cy="700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Achieved a 94.7% security posture score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indicating a highly secure and well-managed multi-cloud environment.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Discovered and monitored 2,962 cloud assets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comprehensive visibility and effective asset management.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Reduced active threats to 18 and critical risks to 4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demonstrating efficient threat detection and risk mitigation.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Achieved 97.4% AI confidence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threat detection, enabling accurate analysis and supporting automated security monitoring and response.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Enabled continuous compliance monitoring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ensuring cloud resources adhere to security policies and regulatory standards through real-time monitoring and automated reporting. </a:t>
            </a:r>
          </a:p>
          <a:p>
            <a:pPr algn="just" marL="542925" indent="-271462" lvl="1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1280" y="17526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1246613"/>
            <a:ext cx="15028164" cy="838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provides a centralized and intelligent approach to securing multiple cloud environments.</a:t>
            </a:r>
          </a:p>
          <a:p>
            <a:pPr algn="just" marL="651510" indent="-325755" lvl="1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effectively detects security threats, identifies vulnerabilities, and performs real-time risk assessment using AI-based techniques. </a:t>
            </a:r>
          </a:p>
          <a:p>
            <a:pPr algn="just" marL="651510" indent="-325755" lvl="1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security response and compliance monitoring improve operational efficiency while reducing manual intervention. </a:t>
            </a:r>
          </a:p>
          <a:p>
            <a:pPr algn="just" marL="651510" indent="-325755" lvl="1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enhances cloud security, ensures regulatory compliance, and supports reliable multi-cloud management. </a:t>
            </a:r>
          </a:p>
          <a:p>
            <a:pPr algn="just" marL="651510" indent="-325755" lvl="1">
              <a:lnSpc>
                <a:spcPts val="4320"/>
              </a:lnSpc>
            </a:pPr>
          </a:p>
          <a:p>
            <a:pPr algn="just" marL="651510" indent="-325755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Intelligent Multi-Cloud Security Posture Management System offers a scalable, secure, and efficient solution for protecting modern cloud infrastructures.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46520" y="41910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9918" y="1859737"/>
            <a:ext cx="15028164" cy="6538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 with More Cloud Platforms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Extend support to additional public, private, and hybrid cloud environments for comprehensive security management.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Advanced AI-Based Threat Prediction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Incorporate predictive AI models to identify and prevent cyber threats before they occur.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 Trust Security Implementation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Integrate Zero Trust Architecture to provide stronger identity verification and access control.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Enhanced Compliance Automation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Support multiple international compliance standards with automated auditing and reporting. </a:t>
            </a:r>
          </a:p>
          <a:p>
            <a:pPr algn="just" marL="542925" indent="-271462" lvl="1">
              <a:lnSpc>
                <a:spcPts val="3600"/>
              </a:lnSpc>
            </a:pPr>
          </a:p>
          <a:p>
            <a:pPr algn="just" marL="542925" indent="-271462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Self-Healing Cloud Security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Develop intelligent automated remediation mechanisms that can detect, analyse, and resolve security issues with minimal human intervention.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31280" y="175260"/>
            <a:ext cx="7607808" cy="100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6923" y="1359979"/>
            <a:ext cx="17234154" cy="835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Institute of Standards and Technology (NIST),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Security and Privacy Controls for Information Systems and Organizations (SP 800-53 Rev. 5)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NIST, 2020.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Cloud Security Alliance (CSA),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Security Guidance for Critical Areas of Focus in Cloud Computing v5.0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Cloud Security Alliance, 2024.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International Organization for Standardization (ISO),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ISO/IEC 27001:2022 – Information Security, Cybersecurity and Privacy Protection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ISO, 2022.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Amazon Web Services,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AWS Well-Architected Framework – Security Pillar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Amazon Web Services, 2024.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 Corporation,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Microsoft Azure Security Documentation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Microsoft, 2024.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Cloud,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Google Cloud Security Best Practices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Google LLC, 2024.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National Institute of Standards and Technology (NIST),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Cybersecurity Framework (CSF) 2.0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NIST, 2024.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IEEE Xplore Digital Library,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Research Articles on Multi-Cloud Security, Cloud Security Posture Management (CSPM), and AI-Based Threat Detection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3150" u="sng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2" tooltip="https://ieeexplore.ieee.org/"/>
              </a:rPr>
              <a:t>https://ieeexplore.ieee.org/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 Learn,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Microsoft Defender for Cloud Documentation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https://learn.microsoft.com/azure/defender-for-cloud/ </a:t>
            </a:r>
          </a:p>
          <a:p>
            <a:pPr algn="just" marL="570071" indent="-285036" lvl="1">
              <a:lnSpc>
                <a:spcPts val="3779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Palo Alto Networks, </a:t>
            </a:r>
            <a:r>
              <a:rPr lang="en-US" sz="315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Prisma Cloud Documentation – Cloud Security Posture Management (CSPM)</a:t>
            </a:r>
            <a:r>
              <a:rPr lang="en-US" sz="31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https://docs.paloaltonetworks.com/prisma-cloud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4313" y="531324"/>
            <a:ext cx="16939365" cy="9224353"/>
            <a:chOff x="0" y="0"/>
            <a:chExt cx="22585820" cy="12299137"/>
          </a:xfrm>
        </p:grpSpPr>
        <p:sp>
          <p:nvSpPr>
            <p:cNvPr name="Freeform 3" id="3" descr="Thank you Images - Free Download on Magnific (formerly Freepik)"/>
            <p:cNvSpPr/>
            <p:nvPr/>
          </p:nvSpPr>
          <p:spPr>
            <a:xfrm flipH="false" flipV="false" rot="0">
              <a:off x="0" y="0"/>
              <a:ext cx="22585807" cy="12299188"/>
            </a:xfrm>
            <a:custGeom>
              <a:avLst/>
              <a:gdLst/>
              <a:ahLst/>
              <a:cxnLst/>
              <a:rect r="r" b="b" t="t" l="l"/>
              <a:pathLst>
                <a:path h="12299188" w="22585807">
                  <a:moveTo>
                    <a:pt x="0" y="0"/>
                  </a:moveTo>
                  <a:lnTo>
                    <a:pt x="22585807" y="0"/>
                  </a:lnTo>
                  <a:lnTo>
                    <a:pt x="22585807" y="12299188"/>
                  </a:lnTo>
                  <a:lnTo>
                    <a:pt x="0" y="12299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171" r="0" b="-1117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DAHT70Idnbo</dc:identifier>
  <dcterms:modified xsi:type="dcterms:W3CDTF">2011-08-01T06:04:30Z</dcterms:modified>
  <cp:revision>1</cp:revision>
  <dc:title>EH ppt-1.pptx</dc:title>
</cp:coreProperties>
</file>